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068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2743200"/>
            <a:ext cx="109728" cy="1371600"/>
          </a:xfrm>
          <a:prstGeom prst="rect">
            <a:avLst/>
          </a:prstGeom>
          <a:solidFill>
            <a:srgbClr val="2AD2C9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2011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Assist × Fabric Data Agent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480560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options and target state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80560" y="3474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as orchestration layer, and unified semantic layer over Iceberg + Teradata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731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D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&amp; AI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session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D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Chilakos, VP Enterprise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5943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430000" y="6583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2AD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architectural decisions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9525">
            <a:solidFill>
              <a:srgbClr val="87A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404104" cy="4937760"/>
          </a:xfrm>
          <a:prstGeom prst="roundRect">
            <a:avLst>
              <a:gd name="adj" fmla="val 1481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04104" cy="548640"/>
          </a:xfrm>
          <a:prstGeom prst="rect">
            <a:avLst/>
          </a:prstGeom>
          <a:solidFill>
            <a:srgbClr val="00306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5038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 — Agent consumption surface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RBC Assist reach Fabric Data Agent?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1 — Custom Python + FastAPI trust boundary</a:t>
            </a:r>
            <a:endParaRPr lang="en-US" sz="1100" dirty="0"/>
          </a:p>
          <a:p>
            <a:pPr lvl="1" marL="508000" indent="-2540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full control, symmetric with Borealis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3 — Foundry agent between app and Fabric</a:t>
            </a:r>
            <a:endParaRPr lang="en-US" sz="1100" dirty="0"/>
          </a:p>
          <a:p>
            <a:pPr lvl="1" marL="508000" indent="-2540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Policy model governance, Entra Agent ID audit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2 (later) — Copilot Studio in Teams/M365</a:t>
            </a:r>
            <a:endParaRPr lang="en-US" sz="1100" dirty="0"/>
          </a:p>
          <a:p>
            <a:pPr lvl="1" marL="508000" indent="-2540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Foundry backend reused as Copilot tool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27648" y="1280160"/>
            <a:ext cx="5404104" cy="4937760"/>
          </a:xfrm>
          <a:prstGeom prst="roundRect">
            <a:avLst>
              <a:gd name="adj" fmla="val 1481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280160"/>
            <a:ext cx="5404104" cy="548640"/>
          </a:xfrm>
          <a:prstGeom prst="rect">
            <a:avLst/>
          </a:prstGeom>
          <a:solidFill>
            <a:srgbClr val="003068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1280160"/>
            <a:ext cx="5038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 — Data access pattern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6248" y="2011680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source behind a Fabric semantic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6248" y="2423160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interface — semantic model contract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and Teradata both mirrored to Fabric Delta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FSDM concepts defined once, source-agnostic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/ OLS enforced per user at semantic model layer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gradual Teradata decoupling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with ADR-010 (Fabric Import as BI/AI surface)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583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3 — Foundry with Fabric Data Agent as knowledge source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2AD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option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9525">
            <a:solidFill>
              <a:srgbClr val="87A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18304" y="11887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DEE5EF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9744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employee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9904" y="1664208"/>
            <a:ext cx="0" cy="210312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75104" y="18745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BF0FF"/>
          </a:solidFill>
          <a:ln w="9525">
            <a:solidFill>
              <a:srgbClr val="306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874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Assist (thin Python client)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SSO, holds user access token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2441448"/>
            <a:ext cx="0" cy="192024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75104" y="263347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1EC"/>
          </a:solidFill>
          <a:ln w="9525">
            <a:solidFill>
              <a:srgbClr val="F26B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2633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FastAPI trust boundary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RBC-specific PII, audit, cost attribution — OBO exchange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3200400"/>
            <a:ext cx="0" cy="192024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75104" y="3392424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6544" y="339242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LLM (RBC-approved via Azure Policy)  •  Content Safety  •  Entra Agent 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9904" y="4142232"/>
            <a:ext cx="0" cy="192024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75104" y="4334256"/>
            <a:ext cx="8229600" cy="1325880"/>
          </a:xfrm>
          <a:prstGeom prst="roundRect">
            <a:avLst>
              <a:gd name="adj" fmla="val 4138"/>
            </a:avLst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12264" y="4389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Data Agent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03704" y="4709160"/>
            <a:ext cx="7772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87A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95144" y="47091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 Parse question, pick data source (MS-managed Azure OpenAI — opaque)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03704" y="5001768"/>
            <a:ext cx="7772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87A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50017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 Generate DAX (NL2DAX) — same MS-managed model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03704" y="5294376"/>
            <a:ext cx="7772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87A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95144" y="52943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 Execute DAX as user (OBO) — RLS / OLS applied per user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9904" y="5678424"/>
            <a:ext cx="0" cy="192024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975104" y="587044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66544" y="58704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Import semantic model (Gold — ADR-010)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LLM calls total: orchestration (RBC-approved), NL2DAX (MS-managed, opaque), response composition (RBC-approved)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430000" y="6583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Foundry adds — governance by layer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2AD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3 detail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9525">
            <a:solidFill>
              <a:srgbClr val="87A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447288" cy="5074920"/>
          </a:xfrm>
          <a:prstGeom prst="roundRect">
            <a:avLst>
              <a:gd name="adj" fmla="val 1592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447288" cy="502920"/>
          </a:xfrm>
          <a:prstGeom prst="rect">
            <a:avLst/>
          </a:prstGeom>
          <a:solidFill>
            <a:srgbClr val="F26B4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FastAPI still owns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0815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RBC-specific PII rules (SIN, account numbers, BCBS-flagged)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audit format &amp; SIEM forwarding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attribution per user / use-case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 request validation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Teradata-specific guardrails for direct paths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234440"/>
            <a:ext cx="3447288" cy="5074920"/>
          </a:xfrm>
          <a:prstGeom prst="roundRect">
            <a:avLst>
              <a:gd name="adj" fmla="val 1592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234440"/>
            <a:ext cx="3447288" cy="502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2344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takes over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1920240"/>
            <a:ext cx="30815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LLM via Azure Policy allowlist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Agent ID tenant-wide inventory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 &amp; prompt shields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orchestration across knowledge sources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 passthrough to Fabric Data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audit at agent 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84464" y="1234440"/>
            <a:ext cx="3447288" cy="5074920"/>
          </a:xfrm>
          <a:prstGeom prst="roundRect">
            <a:avLst>
              <a:gd name="adj" fmla="val 1592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234440"/>
            <a:ext cx="3447288" cy="50292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123444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Data Agent (MS-managed)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67344" y="1920240"/>
            <a:ext cx="30815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NL2DAX model — not selectable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routing within FDA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Purview DLP applied at data layer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RLS / OLS at semantic model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OBO identity preserved end-to-end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Pattern 3 is a bridge architecture. FastAPI shrinks but stays for RBC-specific controls; Foundry earns Azure Policy governance; FDA internals remain opaque.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83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 — unified semantic layer over Iceberg and Teradata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2AD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pattern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9525">
            <a:solidFill>
              <a:srgbClr val="87A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1430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BF0FF"/>
          </a:solidFill>
          <a:ln w="9525">
            <a:solidFill>
              <a:srgbClr val="306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143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Assist (Python)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02552" y="114300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EBF0FF"/>
          </a:solidFill>
          <a:ln w="9525">
            <a:solidFill>
              <a:srgbClr val="306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93992" y="1143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 / Teams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0" cy="274320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59952" y="1645920"/>
            <a:ext cx="0" cy="274320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71600" y="1920240"/>
            <a:ext cx="9445752" cy="54864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920240"/>
            <a:ext cx="9262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agent (or thin FastAPI if no Foundry)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Orchestration, governance, OBO passthrough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2487168"/>
            <a:ext cx="0" cy="256032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0" y="2743200"/>
            <a:ext cx="7616952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743200"/>
            <a:ext cx="7434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Data Agent — single agent-facing interface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218688"/>
            <a:ext cx="0" cy="274320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91272" y="3218688"/>
            <a:ext cx="0" cy="274320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286000" y="3493008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4930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model: Lakehouse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Gold concepts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79592" y="3493008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34930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model: FSDM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Teradata-sourced FSDM concepts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151376"/>
            <a:ext cx="0" cy="256032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891272" y="4151376"/>
            <a:ext cx="0" cy="256032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86000" y="4407408"/>
            <a:ext cx="7616952" cy="594360"/>
          </a:xfrm>
          <a:prstGeom prst="roundRect">
            <a:avLst>
              <a:gd name="adj" fmla="val 9231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407408"/>
            <a:ext cx="7434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tables in Fabric (OneLake)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storage surface for both domains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5020056"/>
            <a:ext cx="0" cy="256032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891272" y="5020056"/>
            <a:ext cx="0" cy="256032"/>
          </a:xfrm>
          <a:prstGeom prst="line">
            <a:avLst/>
          </a:prstGeom>
          <a:noFill/>
          <a:ln w="15875">
            <a:solidFill>
              <a:srgbClr val="87AFB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749040" y="5047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ETL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50474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/ CDC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0" y="527608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5276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V2 on-prem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plane, Trino gateway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79592" y="527608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71032" y="5276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Teradata Vantage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source of FSDM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DEE5EF"/>
          </a:solidFill>
          <a:ln w="6350">
            <a:solidFill>
              <a:srgbClr val="87A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Cross-cutting: Gravitino policies · Nessie catalog · Ranger enforcement · Purview DLP · Semantic model RLS/OLS · OpenLineage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430000" y="6583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Tradeoffs and open questions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2AD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decide, and who decides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9525">
            <a:solidFill>
              <a:srgbClr val="87A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04104" cy="2514600"/>
          </a:xfrm>
          <a:prstGeom prst="roundRect">
            <a:avLst>
              <a:gd name="adj" fmla="val 2182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404104" cy="45720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03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buys 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4946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 for agents — semantic model contract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FSDM concepts source-agnostic as we migrate off Teradata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auth/audit model (RLS/OLS, Entra OBO)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extension of ADR-010 — no new principle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shrinks; fewer bespoke tools to maintain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7648" y="1234440"/>
            <a:ext cx="5404104" cy="2514600"/>
          </a:xfrm>
          <a:prstGeom prst="roundRect">
            <a:avLst>
              <a:gd name="adj" fmla="val 2182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234440"/>
            <a:ext cx="5404104" cy="457200"/>
          </a:xfrm>
          <a:prstGeom prst="rect">
            <a:avLst/>
          </a:prstGeom>
          <a:solidFill>
            <a:srgbClr val="F26B43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234440"/>
            <a:ext cx="503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6248" y="1783080"/>
            <a:ext cx="4946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Teradata → Delta replication (licensing, volume)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model design effort — FSDM faithfulness is critical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capacity limits on large fact tables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semantic-model dependency for agent 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use cases still need a direct Teradata path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274552" cy="2423160"/>
          </a:xfrm>
          <a:prstGeom prst="roundRect">
            <a:avLst>
              <a:gd name="adj" fmla="val 2264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solidFill>
            <a:srgbClr val="00306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31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to close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11000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Is Foundry RBC’s enterprise AI agent runtime? </a:t>
            </a:r>
            <a:pPr indent="0" marL="0">
              <a:buNone/>
            </a:pPr>
            <a:r>
              <a:rPr lang="en-US" sz="1100" i="1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(Owner: Rex / Vinh / Borealis)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Determines whether Pattern 3 replaces Pattern 1 or is additive.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RBC Assist built on today? </a:t>
            </a:r>
            <a:pPr indent="0" marL="0">
              <a:buNone/>
            </a:pPr>
            <a:r>
              <a:rPr lang="en-US" sz="1100" i="1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(Owner: RBC Assist product team)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custom / Foundry / Copilot Studio — dictates integration pattern.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Do we commit to FSDM-in-Fabric as the semantic contract? </a:t>
            </a:r>
            <a:pPr indent="0" marL="0">
              <a:buNone/>
            </a:pPr>
            <a:r>
              <a:rPr lang="en-US" sz="1100" i="1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(Owner: Enterprise Data)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yes, JoAnn + Sam (Teradata) lead semantic model design; POC a bounded domain first.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30000" y="6583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2AD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Two-track execution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9525">
            <a:solidFill>
              <a:srgbClr val="87A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04104" cy="5074920"/>
          </a:xfrm>
          <a:prstGeom prst="roundRect">
            <a:avLst>
              <a:gd name="adj" fmla="val 1081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5404104" cy="502920"/>
          </a:xfrm>
          <a:prstGeom prst="rect">
            <a:avLst/>
          </a:prstGeom>
          <a:solidFill>
            <a:srgbClr val="00306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— Agent consumption surface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94690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RBC Assist tech stack with product team</a:t>
            </a:r>
            <a:endParaRPr lang="en-US" sz="11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Unblocks Pattern 1 vs Pattern 3 decision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Foundry-as-runtime question with Rex / Vinh</a:t>
            </a:r>
            <a:endParaRPr lang="en-US" sz="11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decision, not data-platform decision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POC: Fabric Data Agent via Python SDK with OBO</a:t>
            </a:r>
            <a:endParaRPr lang="en-US" sz="11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Low-sensitivity semantic model, confirm RLS end-to-end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ADR-011: RBC Assist × Fabric Data Agent pattern</a:t>
            </a:r>
            <a:endParaRPr lang="en-US" sz="1100" dirty="0"/>
          </a:p>
          <a:p>
            <a:pPr lvl="1" marL="508000" indent="-254000">
              <a:buSzPct val="100000"/>
              <a:buChar char="•"/>
            </a:pPr>
            <a:r>
              <a:rPr lang="en-US" sz="11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Foundry dependency explicitly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7648" y="1234440"/>
            <a:ext cx="5404104" cy="5074920"/>
          </a:xfrm>
          <a:prstGeom prst="roundRect">
            <a:avLst>
              <a:gd name="adj" fmla="val 1081"/>
            </a:avLst>
          </a:prstGeom>
          <a:solidFill>
            <a:srgbClr val="F3F4FB"/>
          </a:solidFill>
          <a:ln w="9525">
            <a:solidFill>
              <a:srgbClr val="87A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234440"/>
            <a:ext cx="5404104" cy="502920"/>
          </a:xfrm>
          <a:prstGeom prst="rect">
            <a:avLst/>
          </a:prstGeom>
          <a:solidFill>
            <a:srgbClr val="2AD2C9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234440"/>
            <a:ext cx="5038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— Unified semantic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01968" y="1920240"/>
            <a:ext cx="494690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principle statement to Vinh / Rex</a:t>
            </a:r>
            <a:endParaRPr lang="en-US" sz="11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“All agent-accessible structured data via semantic models”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bounded FSDM domain for POC (e.g. Customer)</a:t>
            </a:r>
            <a:endParaRPr lang="en-US" sz="11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to Delta, build semantic model, publish FDA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Teradata licensing conversation (Sam)</a:t>
            </a:r>
            <a:endParaRPr lang="en-US" sz="1100" dirty="0"/>
          </a:p>
          <a:p>
            <a:pPr lvl="1" marL="508000" indent="-254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Mirroring at scale changes the commercial picture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22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ADR-012: Teradata agent access via semantic model</a:t>
            </a:r>
            <a:endParaRPr lang="en-US" sz="1100" dirty="0"/>
          </a:p>
          <a:p>
            <a:pPr lvl="1" marL="508000" indent="-254000">
              <a:buSzPct val="100000"/>
              <a:buChar char="•"/>
            </a:pPr>
            <a:r>
              <a:rPr lang="en-US" sz="1100" dirty="0">
                <a:solidFill>
                  <a:srgbClr val="5C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Deprecates FastAPI-direct-Teradata as an agent surface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0" y="6583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A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RBC Assist × Fabric Data Agent — Architecture Options</dc:title>
  <dc:subject>PptxGenJS Presentation</dc:subject>
  <dc:creator>George Chilakos</dc:creator>
  <cp:lastModifiedBy>George Chilakos</cp:lastModifiedBy>
  <cp:revision>1</cp:revision>
  <dcterms:created xsi:type="dcterms:W3CDTF">2026-04-16T18:00:32Z</dcterms:created>
  <dcterms:modified xsi:type="dcterms:W3CDTF">2026-04-16T18:00:32Z</dcterms:modified>
</cp:coreProperties>
</file>